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0" y="0"/>
            <a:ext cx="54864" cy="51435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2331720"/>
            <a:ext cx="5943600" cy="54864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731520"/>
            <a:ext cx="5943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8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Weddy</a:t>
            </a:r>
            <a:endParaRPr lang="en-US" sz="8000" dirty="0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Plataforma de Gestión de Bodas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5943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Arquitectura de Software — Corte 2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29400" y="228600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DYAS  |  C2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es Weddy?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502920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Descripción del sistema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417320"/>
            <a:ext cx="47548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móvil para wedding planners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Centraliza la gestión de invitados y presupuesto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Cuando un invitado confirma → el presupuesto se recalcula automáticamente</a:t>
            </a:r>
            <a:endParaRPr lang="en-US" sz="13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Construida con Flutter (cliente) + FastAPI (backend REST)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246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Problema que resuelve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61188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"Gestionar manualmente invitados, confirmaciones y presupuesto genera errores y estrés operativo. Weddy automatiza estas dependencias."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914400"/>
            <a:ext cx="3383280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623560" y="1005840"/>
            <a:ext cx="31089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Stack tecnológico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623560" y="1389888"/>
            <a:ext cx="3108960" cy="36576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23560" y="1554480"/>
            <a:ext cx="3108960" cy="621792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623560" y="1554480"/>
            <a:ext cx="54864" cy="621792"/>
          </a:xfrm>
          <a:prstGeom prst="rect">
            <a:avLst/>
          </a:prstGeom>
          <a:solidFill>
            <a:srgbClr val="54C5F8"/>
          </a:solidFill>
          <a:ln w="12700">
            <a:solidFill>
              <a:srgbClr val="54C5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33288" y="1591056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Flutter (Dart)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733288" y="187452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Consumidor · App móvil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623560" y="2304288"/>
            <a:ext cx="3108960" cy="621792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623560" y="2304288"/>
            <a:ext cx="54864" cy="621792"/>
          </a:xfrm>
          <a:prstGeom prst="rect">
            <a:avLst/>
          </a:prstGeom>
          <a:solidFill>
            <a:srgbClr val="009688"/>
          </a:solidFill>
          <a:ln w="12700">
            <a:solidFill>
              <a:srgbClr val="0096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733288" y="23408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FastAPI · Python 3.11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733288" y="262432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Servicio Proveedor · Puerto 8000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623560" y="3054096"/>
            <a:ext cx="3108960" cy="621792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623560" y="3054096"/>
            <a:ext cx="54864" cy="621792"/>
          </a:xfrm>
          <a:prstGeom prst="rect">
            <a:avLst/>
          </a:prstGeom>
          <a:solidFill>
            <a:srgbClr val="E65524"/>
          </a:solidFill>
          <a:ln w="12700">
            <a:solidFill>
              <a:srgbClr val="E6552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733288" y="309067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 · Grafana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733288" y="337413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y visualización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623560" y="3803904"/>
            <a:ext cx="3108960" cy="621792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623560" y="3803904"/>
            <a:ext cx="54864" cy="621792"/>
          </a:xfrm>
          <a:prstGeom prst="rect">
            <a:avLst/>
          </a:prstGeom>
          <a:solidFill>
            <a:srgbClr val="00A0E4"/>
          </a:solidFill>
          <a:ln w="12700">
            <a:solidFill>
              <a:srgbClr val="00A0E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33288" y="384048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 · OpenTelemetry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5733288" y="412394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distribuida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Inicial — Corte 1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3891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Características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41148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Flutter monolítica sin backend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lógica en un solo proceso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en memoria RAM (se pierden al cerrar)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comunicación externa, sin seguridad, sin monitoreo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8346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Patrones implementados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218688"/>
            <a:ext cx="411480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C5D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3227832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 Method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Proveedores (DJ, Catering, Fotografía)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21608"/>
            <a:ext cx="411480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C5D3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928" y="3730752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PresupuestoObserver notifica cambios de estado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4224528"/>
            <a:ext cx="4114800" cy="411480"/>
          </a:xfrm>
          <a:prstGeom prst="rect">
            <a:avLst/>
          </a:prstGeom>
          <a:solidFill>
            <a:srgbClr val="EAF0FF"/>
          </a:solidFill>
          <a:ln w="12700">
            <a:solidFill>
              <a:srgbClr val="C5D3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4233672"/>
            <a:ext cx="38862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 </a:t>
            </a:r>
            <a:pPr indent="0" marL="0">
              <a:buNone/>
            </a:pPr>
            <a:r>
              <a:rPr lang="en-US" sz="1100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IInvitadoRepository define el contrato de datos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46320" y="914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capas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937760" y="1371600"/>
            <a:ext cx="3840480" cy="4754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37760" y="1371600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858000" y="1847088"/>
            <a:ext cx="0" cy="146304"/>
          </a:xfrm>
          <a:prstGeom prst="line">
            <a:avLst/>
          </a:prstGeom>
          <a:noFill/>
          <a:ln w="25400">
            <a:solidFill>
              <a:srgbClr val="3D5A9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1993392"/>
            <a:ext cx="3840480" cy="47548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993392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Controllers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58000" y="2468880"/>
            <a:ext cx="0" cy="146304"/>
          </a:xfrm>
          <a:prstGeom prst="line">
            <a:avLst/>
          </a:prstGeom>
          <a:noFill/>
          <a:ln w="25400">
            <a:solidFill>
              <a:srgbClr val="3D5A9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937760" y="2615184"/>
            <a:ext cx="3840480" cy="475488"/>
          </a:xfrm>
          <a:prstGeom prst="rect">
            <a:avLst/>
          </a:prstGeom>
          <a:solidFill>
            <a:srgbClr val="3D5A9A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37760" y="2615184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Services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858000" y="3090672"/>
            <a:ext cx="0" cy="146304"/>
          </a:xfrm>
          <a:prstGeom prst="line">
            <a:avLst/>
          </a:prstGeom>
          <a:noFill/>
          <a:ln w="25400">
            <a:solidFill>
              <a:srgbClr val="3D5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937760" y="3236976"/>
            <a:ext cx="3840480" cy="475488"/>
          </a:xfrm>
          <a:prstGeom prst="rect">
            <a:avLst/>
          </a:prstGeom>
          <a:solidFill>
            <a:srgbClr val="5473B8"/>
          </a:solidFill>
          <a:ln w="12700">
            <a:solidFill>
              <a:srgbClr val="5473B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236976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Repositories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858000" y="3712464"/>
            <a:ext cx="0" cy="146304"/>
          </a:xfrm>
          <a:prstGeom prst="line">
            <a:avLst/>
          </a:prstGeom>
          <a:noFill/>
          <a:ln w="25400">
            <a:solidFill>
              <a:srgbClr val="3D5A9A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937760" y="3858768"/>
            <a:ext cx="3840480" cy="475488"/>
          </a:xfrm>
          <a:prstGeom prst="rect">
            <a:avLst/>
          </a:prstGeom>
          <a:solidFill>
            <a:srgbClr val="7A98D0"/>
          </a:solidFill>
          <a:ln w="12700">
            <a:solidFill>
              <a:srgbClr val="7A98D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937760" y="3858768"/>
            <a:ext cx="3840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Datos en memoria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4937760" y="4572000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Solo en el cliente, sin servidor externo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Arquitectura Orientada a Servicios — Corte 2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82880" y="914400"/>
            <a:ext cx="26517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914400"/>
            <a:ext cx="2651760" cy="4572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82880" y="91440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Consumidor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74320" y="1463040"/>
            <a:ext cx="24688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Flutter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1801368"/>
            <a:ext cx="2468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/ Pantallas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Controllers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</a:t>
            </a:r>
            <a:endParaRPr lang="en-US" sz="110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ApiClient (HTTP)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274320" y="3520440"/>
            <a:ext cx="2468880" cy="320040"/>
          </a:xfrm>
          <a:prstGeom prst="rect">
            <a:avLst/>
          </a:prstGeom>
          <a:solidFill>
            <a:srgbClr val="EAF0FF"/>
          </a:solidFill>
          <a:ln w="12700">
            <a:solidFill>
              <a:srgbClr val="C5D3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352044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Dart / Flutter · Sin puerto fijo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880360" y="2651760"/>
            <a:ext cx="1005840" cy="0"/>
          </a:xfrm>
          <a:prstGeom prst="line">
            <a:avLst/>
          </a:prstGeom>
          <a:noFill/>
          <a:ln w="25400">
            <a:solidFill>
              <a:srgbClr val="3D5A9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34640" y="2395728"/>
            <a:ext cx="1097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9A9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+ JSON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93192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931920" y="914400"/>
            <a:ext cx="2834640" cy="457200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931920" y="914400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Proveedor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041648" y="14630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Weddy API (FastAPI)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041648" y="1810512"/>
            <a:ext cx="2633472" cy="3383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087368" y="1837944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/auth/login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144768" y="1865376"/>
            <a:ext cx="475488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144768" y="186537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041648" y="2157984"/>
            <a:ext cx="263347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87368" y="218541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/invitados/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44768" y="2212848"/>
            <a:ext cx="475488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144768" y="221284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041648" y="2505456"/>
            <a:ext cx="2633472" cy="3383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087368" y="2532888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/invitados/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144768" y="2560320"/>
            <a:ext cx="475488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144768" y="2560320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041648" y="2852928"/>
            <a:ext cx="263347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87368" y="2880360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/invitados/{id}/estado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44768" y="2907792"/>
            <a:ext cx="475488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44768" y="2907792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4041648" y="3200400"/>
            <a:ext cx="2633472" cy="3383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087368" y="3227832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DELETE /invitados/{id}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144768" y="3255264"/>
            <a:ext cx="475488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144768" y="3255264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041648" y="3547872"/>
            <a:ext cx="2633472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087368" y="3575304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 /presupuesto/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6144768" y="3602736"/>
            <a:ext cx="475488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44768" y="3602736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</a:t>
            </a:r>
            <a:endParaRPr lang="en-US" sz="800" dirty="0"/>
          </a:p>
        </p:txBody>
      </p:sp>
      <p:sp>
        <p:nvSpPr>
          <p:cNvPr id="42" name="Shape 40"/>
          <p:cNvSpPr/>
          <p:nvPr/>
        </p:nvSpPr>
        <p:spPr>
          <a:xfrm>
            <a:off x="4041648" y="3895344"/>
            <a:ext cx="2633472" cy="338328"/>
          </a:xfrm>
          <a:prstGeom prst="rect">
            <a:avLst/>
          </a:prstGeom>
          <a:solidFill>
            <a:srgbClr val="F4F6FB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087368" y="3922776"/>
            <a:ext cx="2011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/presupuesto/configurar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144768" y="3950208"/>
            <a:ext cx="475488" cy="2286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44768" y="3950208"/>
            <a:ext cx="4754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4041648" y="4279392"/>
            <a:ext cx="2633472" cy="320040"/>
          </a:xfrm>
          <a:prstGeom prst="rect">
            <a:avLst/>
          </a:prstGeom>
          <a:solidFill>
            <a:srgbClr val="EAF0FF"/>
          </a:solidFill>
          <a:ln w="12700">
            <a:solidFill>
              <a:srgbClr val="C5D3F5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041648" y="4279392"/>
            <a:ext cx="263347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Puerto 8000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6949440" y="914400"/>
            <a:ext cx="2011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949440" y="91440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Monitoreo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7059168" y="1508760"/>
            <a:ext cx="1792224" cy="658368"/>
          </a:xfrm>
          <a:prstGeom prst="rect">
            <a:avLst/>
          </a:prstGeom>
          <a:solidFill>
            <a:srgbClr val="E65524"/>
          </a:solidFill>
          <a:ln w="12700">
            <a:solidFill>
              <a:srgbClr val="E6552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059168" y="150876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:9090</a:t>
            </a:r>
            <a:endParaRPr lang="en-US" sz="1200" dirty="0"/>
          </a:p>
        </p:txBody>
      </p:sp>
      <p:sp>
        <p:nvSpPr>
          <p:cNvPr id="53" name="Shape 51"/>
          <p:cNvSpPr/>
          <p:nvPr/>
        </p:nvSpPr>
        <p:spPr>
          <a:xfrm>
            <a:off x="7059168" y="2331720"/>
            <a:ext cx="1792224" cy="658368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59168" y="233172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:3000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7059168" y="3154680"/>
            <a:ext cx="1792224" cy="658368"/>
          </a:xfrm>
          <a:prstGeom prst="rect">
            <a:avLst/>
          </a:prstGeom>
          <a:solidFill>
            <a:srgbClr val="00A0E4"/>
          </a:solidFill>
          <a:ln w="12700">
            <a:solidFill>
              <a:srgbClr val="00A0E4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059168" y="3154680"/>
            <a:ext cx="1792224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:16686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6766560" y="2651760"/>
            <a:ext cx="182880" cy="0"/>
          </a:xfrm>
          <a:prstGeom prst="line">
            <a:avLst/>
          </a:prstGeom>
          <a:noFill/>
          <a:ln w="19050">
            <a:solidFill>
              <a:srgbClr val="E65524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6400800" y="2468880"/>
            <a:ext cx="6400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E655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/metrics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Seguridad — JWT (JSON Web Token)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429768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389888"/>
            <a:ext cx="4023360" cy="347472"/>
          </a:xfrm>
          <a:prstGeom prst="rect">
            <a:avLst/>
          </a:prstGeom>
          <a:solidFill>
            <a:srgbClr val="EAF0FF"/>
          </a:solidFill>
          <a:ln w="12700">
            <a:solidFill>
              <a:srgbClr val="D5E0F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0352" y="139903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HS256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180136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0352" y="18105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Expiración: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horas (180 minutos)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212848"/>
            <a:ext cx="4023360" cy="347472"/>
          </a:xfrm>
          <a:prstGeom prst="rect">
            <a:avLst/>
          </a:prstGeom>
          <a:solidFill>
            <a:srgbClr val="EAF0FF"/>
          </a:solidFill>
          <a:ln w="12700">
            <a:solidFill>
              <a:srgbClr val="D5E0F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0352" y="222199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Escritura (POST, PATCH, DELETE):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🔒 Protegido con JWT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24328"/>
            <a:ext cx="4023360" cy="347472"/>
          </a:xfrm>
          <a:prstGeom prst="rect">
            <a:avLst/>
          </a:prstGeom>
          <a:solidFill>
            <a:srgbClr val="FFFFFF"/>
          </a:solidFill>
          <a:ln w="12700">
            <a:solidFill>
              <a:srgbClr val="D5E0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0352" y="263347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Lectura (GET):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108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Flujo de autenticación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520440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5204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795528" y="3493008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envía usuario/contraseña → POST /auth/login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3867912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86791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95528" y="3840480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genera token firmado con clave secreta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57200" y="4215384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215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795528" y="418795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 incluye: Authorization: Bearer eyJ...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562856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5628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95528" y="4535424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valida firma y expiración en cada request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4910328"/>
            <a:ext cx="274320" cy="274320"/>
          </a:xfrm>
          <a:prstGeom prst="ellipse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795528" y="4882896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token → 403  |  Token expirado → 401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754880" y="914400"/>
            <a:ext cx="42062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846320" y="98755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Endpoints y nivel de acceso</a:t>
            </a:r>
            <a:endParaRPr lang="en-US" sz="13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846320" y="1371600"/>
          <a:ext cx="4023360" cy="329184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4630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Endpoint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Método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Trebuchet MS" pitchFamily="34" charset="0"/>
                          <a:ea typeface="Trebuchet MS" pitchFamily="34" charset="-122"/>
                          <a:cs typeface="Trebuchet MS" pitchFamily="34" charset="-120"/>
                        </a:rPr>
                        <a:t>Acceso</a:t>
                      </a:r>
                      <a:endParaRPr lang="en-US" sz="1000" dirty="0">
                        <a:latin typeface="Trebuchet MS" charset="0"/>
                        <a:ea typeface="Trebuchet MS" charset="0"/>
                        <a:cs typeface="Trebuchet MS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/auth/login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/invitados/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/invitados/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/invitados/{id}/estado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/invitados/{id}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/presupuesto/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Público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/presupuesto/configurar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C039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🔒 JWT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Resiliencia — Circuit Breaker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74320" y="914400"/>
            <a:ext cx="393192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914400"/>
            <a:ext cx="64008" cy="39319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¿Qué hace?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657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Evita que fallos del backend colapsen la app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Implementado en la capa de datasources remotos de Flutter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instancias independientes: invitados y presupuesto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Configuración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34640"/>
            <a:ext cx="3657600" cy="365760"/>
          </a:xfrm>
          <a:prstGeom prst="rect">
            <a:avLst/>
          </a:prstGeom>
          <a:solidFill>
            <a:srgbClr val="FEF0EE"/>
          </a:solidFill>
          <a:ln w="12700">
            <a:solidFill>
              <a:srgbClr val="FBBCB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48640" y="2843784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failureThreshold: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fallos consecutivos → circuito ABRE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73552"/>
            <a:ext cx="3657600" cy="365760"/>
          </a:xfrm>
          <a:prstGeom prst="rect">
            <a:avLst/>
          </a:prstGeom>
          <a:solidFill>
            <a:srgbClr val="FEF0EE"/>
          </a:solidFill>
          <a:ln w="12700">
            <a:solidFill>
              <a:srgbClr val="FBBCB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3282696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resetTimeout: </a:t>
            </a:r>
            <a:pPr indent="0" marL="0">
              <a:buNone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segundos → pasa a HALF-OPEN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376732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Fallback con caché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4114800"/>
            <a:ext cx="3657600" cy="594360"/>
          </a:xfrm>
          <a:prstGeom prst="rect">
            <a:avLst/>
          </a:prstGeom>
          <a:solidFill>
            <a:srgbClr val="FFF9E6"/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4123944"/>
            <a:ext cx="347472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6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Banner naranja + datos en caché → el usuario nunca ve una pantalla vacía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389120" y="914400"/>
            <a:ext cx="44805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Estados del Circuit Breaker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394960" y="1417320"/>
            <a:ext cx="2103120" cy="731520"/>
          </a:xfrm>
          <a:prstGeom prst="ellipse">
            <a:avLst/>
          </a:prstGeom>
          <a:solidFill>
            <a:srgbClr val="27AE60"/>
          </a:solidFill>
          <a:ln w="12700">
            <a:solidFill>
              <a:srgbClr val="1E844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94960" y="14173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CLOSED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5029200" y="2194560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Funcionamiento normal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446520" y="2148840"/>
            <a:ext cx="0" cy="594360"/>
          </a:xfrm>
          <a:prstGeom prst="line">
            <a:avLst/>
          </a:prstGeom>
          <a:noFill/>
          <a:ln w="25400">
            <a:solidFill>
              <a:srgbClr val="E74C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92240" y="2258568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fallos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4840" y="2788920"/>
            <a:ext cx="2103120" cy="7315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34840" y="278892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69080" y="3547872"/>
            <a:ext cx="28346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74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envía requests · devuelve caché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537960" y="3154680"/>
            <a:ext cx="731520" cy="0"/>
          </a:xfrm>
          <a:prstGeom prst="line">
            <a:avLst/>
          </a:prstGeom>
          <a:noFill/>
          <a:ln w="25400">
            <a:solidFill>
              <a:srgbClr val="F39C1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2926080"/>
            <a:ext cx="822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seg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7269480" y="2788920"/>
            <a:ext cx="1828800" cy="7315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D6891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269480" y="2788920"/>
            <a:ext cx="1828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HALF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OPEN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7040880" y="35478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39C1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Intenta reconectar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83880" y="1783080"/>
            <a:ext cx="0" cy="1005840"/>
          </a:xfrm>
          <a:prstGeom prst="line">
            <a:avLst/>
          </a:prstGeom>
          <a:noFill/>
          <a:ln w="254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229600" y="2194560"/>
            <a:ext cx="6400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éxito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Observabilidad — Prometheus + Grafana + Jaeger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914400"/>
            <a:ext cx="2834640" cy="685800"/>
          </a:xfrm>
          <a:prstGeom prst="rect">
            <a:avLst/>
          </a:prstGeom>
          <a:solidFill>
            <a:srgbClr val="E65524"/>
          </a:solidFill>
          <a:ln w="12700">
            <a:solidFill>
              <a:srgbClr val="E6552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2860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Prometheus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286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9090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8328" y="1719072"/>
            <a:ext cx="2615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Scraping cada 10 seg al endpoint /metrics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 clave: http_requests_total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por endpoint, método y código HTTP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Instalado via Homebrew en macOS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2004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914400"/>
            <a:ext cx="2834640" cy="685800"/>
          </a:xfrm>
          <a:prstGeom prst="rect">
            <a:avLst/>
          </a:prstGeom>
          <a:solidFill>
            <a:srgbClr val="F46800"/>
          </a:solidFill>
          <a:ln w="12700">
            <a:solidFill>
              <a:srgbClr val="F4680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Grafana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2004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3000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10128" y="1719072"/>
            <a:ext cx="2615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Datasource: Prometheus (localhost:9090)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con gráfica temporal en tiempo real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 picos de tráfico y tendencias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Credenciales: admin / weddy2024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2200" y="914400"/>
            <a:ext cx="283464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1E2761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72200" y="914400"/>
            <a:ext cx="2834640" cy="685800"/>
          </a:xfrm>
          <a:prstGeom prst="rect">
            <a:avLst/>
          </a:prstGeom>
          <a:solidFill>
            <a:srgbClr val="00A0E4"/>
          </a:solidFill>
          <a:ln w="12700">
            <a:solidFill>
              <a:srgbClr val="00A0E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914400"/>
            <a:ext cx="2834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Jaeger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2200" y="132588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Puerto 16686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281928" y="1719072"/>
            <a:ext cx="2615184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Trazabilidad distribuida con OpenTelemetry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request HTTP genera un span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Muestra endpoint, método, código y tiempo</a:t>
            </a:r>
            <a:endParaRPr lang="en-US" sz="110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 con: JAEGER_ENABLED=true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28600" y="4800600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4A5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Flujo: App Flutter → FastAPI → /metrics → Prometheus → Grafana  |  FastAPI → OTLP → Jaeger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Demostración del Sistema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228600" y="914400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38328" y="1115568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832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86968" y="10058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Levantar el backend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13533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uvicorn main:app --host 0.0.0.0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28600" y="1938528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8328" y="2139696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832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86968" y="20299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 la app en el celular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86968" y="2377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red WiFi que el computador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28600" y="2962656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" y="3163824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38328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86968" y="30540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Crear un invitado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86968" y="3401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 POST /invitados/ → 201 Created en terminal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28600" y="3986784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338328" y="4187952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832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86968" y="40782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 el presupuesto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86968" y="44256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recalcula automáticamente al confirmar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09160" y="914400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1115568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11155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5367528" y="10058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Probar Circuit Breaker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367528" y="1353312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Detener backend → recargar 3 veces → banner naranja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709160" y="1938528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18888" y="2139696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2139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67528" y="20299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 Prometheus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5367528" y="2377440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localhost:9090 → http_requests_total{job='weddy-api'}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709160" y="2962656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18888" y="3163824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31638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5367528" y="30540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 Grafana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367528" y="3401568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localhost:3000 → dashboard con gráfica en tiempo real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09160" y="3986784"/>
            <a:ext cx="4297680" cy="868680"/>
          </a:xfrm>
          <a:prstGeom prst="rect">
            <a:avLst/>
          </a:prstGeom>
          <a:solidFill>
            <a:srgbClr val="2C3E6B"/>
          </a:solidFill>
          <a:ln w="12700">
            <a:solidFill>
              <a:srgbClr val="3D5A9A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818888" y="4187952"/>
            <a:ext cx="457200" cy="45720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418795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5367528" y="4078224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Abrir Jaeger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367528" y="4425696"/>
            <a:ext cx="3520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localhost:16686 → trazas del servicio weddy-api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2C3E6B"/>
          </a:solidFill>
          <a:ln w="12700">
            <a:solidFill>
              <a:srgbClr val="2C3E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49808"/>
            <a:ext cx="9144000" cy="45720"/>
          </a:xfrm>
          <a:prstGeom prst="rect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4124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Conclusiones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365760" y="86868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C9A9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Weddy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502920" y="1545336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54533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148132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Evolución de monolito a arquitectura orientada a servicios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02920" y="1993392"/>
            <a:ext cx="8229600" cy="0"/>
          </a:xfrm>
          <a:prstGeom prst="line">
            <a:avLst/>
          </a:prstGeom>
          <a:noFill/>
          <a:ln w="6350">
            <a:solidFill>
              <a:srgbClr val="2C3E6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02920" y="2121408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212140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057400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servicios con roles claros: proveedor (FastAPI) y consumidor (Flutter)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02920" y="2569464"/>
            <a:ext cx="8229600" cy="0"/>
          </a:xfrm>
          <a:prstGeom prst="line">
            <a:avLst/>
          </a:prstGeom>
          <a:noFill/>
          <a:ln w="6350">
            <a:solidFill>
              <a:srgbClr val="2C3E6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02920" y="2697480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269748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005840" y="2633472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Comunicación estandarizada REST + JSON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02920" y="3145536"/>
            <a:ext cx="8229600" cy="0"/>
          </a:xfrm>
          <a:prstGeom prst="line">
            <a:avLst/>
          </a:prstGeom>
          <a:noFill/>
          <a:ln w="6350">
            <a:solidFill>
              <a:srgbClr val="2C3E6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02920" y="3273552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" y="327355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005840" y="3209544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Resiliencia con Circuit Breaker + Fallback en caché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502920" y="3721608"/>
            <a:ext cx="8229600" cy="0"/>
          </a:xfrm>
          <a:prstGeom prst="line">
            <a:avLst/>
          </a:prstGeom>
          <a:noFill/>
          <a:ln w="6350">
            <a:solidFill>
              <a:srgbClr val="2C3E6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49624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" y="384962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005840" y="3785616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con JWT HS256 en endpoints de escritura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502920" y="4297680"/>
            <a:ext cx="8229600" cy="0"/>
          </a:xfrm>
          <a:prstGeom prst="line">
            <a:avLst/>
          </a:prstGeom>
          <a:noFill/>
          <a:ln w="6350">
            <a:solidFill>
              <a:srgbClr val="2C3E6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02920" y="4425696"/>
            <a:ext cx="365760" cy="365760"/>
          </a:xfrm>
          <a:prstGeom prst="ellipse">
            <a:avLst/>
          </a:prstGeom>
          <a:solidFill>
            <a:srgbClr val="C9A96E"/>
          </a:solidFill>
          <a:ln w="12700">
            <a:solidFill>
              <a:srgbClr val="C9A9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02920" y="4425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005840" y="4361688"/>
            <a:ext cx="7772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Observabilidad completa: métricas, gráficas y trazas distribuidas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Weddy — DYAS C2</dc:title>
  <dc:subject>PptxGenJS Presentation</dc:subject>
  <dc:creator>PptxGenJS</dc:creator>
  <cp:lastModifiedBy>PptxGenJS</cp:lastModifiedBy>
  <cp:revision>1</cp:revision>
  <dcterms:created xsi:type="dcterms:W3CDTF">2026-04-14T22:22:14Z</dcterms:created>
  <dcterms:modified xsi:type="dcterms:W3CDTF">2026-04-14T22:22:14Z</dcterms:modified>
</cp:coreProperties>
</file>